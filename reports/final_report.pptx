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132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03-Dec-25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Insights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 marL="0" indent="0">
              <a:buNone/>
            </a:pPr>
            <a:r>
              <a:rPr dirty="0" smtClean="0"/>
              <a:t>Summary</a:t>
            </a:r>
            <a:r>
              <a:rPr dirty="0"/>
              <a:t>:</a:t>
            </a:r>
          </a:p>
          <a:p>
            <a:pPr marL="0" indent="0">
              <a:buNone/>
            </a:pPr>
            <a:r>
              <a:rPr dirty="0"/>
              <a:t>- Impressions: 158777</a:t>
            </a:r>
          </a:p>
          <a:p>
            <a:pPr marL="0" indent="0">
              <a:buNone/>
            </a:pPr>
            <a:r>
              <a:rPr dirty="0"/>
              <a:t>- CTR: 0.0013</a:t>
            </a:r>
          </a:p>
          <a:p>
            <a:pPr marL="0" indent="0">
              <a:buNone/>
            </a:pPr>
            <a:r>
              <a:rPr dirty="0"/>
              <a:t>- Temperature correlated with visitor behavior.</a:t>
            </a:r>
          </a:p>
          <a:p>
            <a:pPr marL="0" indent="0">
              <a:buNone/>
            </a:pPr>
            <a:r>
              <a:rPr dirty="0"/>
              <a:t>- Optimize campaigns for cooler evening hours.</a:t>
            </a:r>
          </a:p>
          <a:p>
            <a:pPr marL="0" indent="0">
              <a:buNone/>
            </a:pPr>
            <a:r>
              <a:rPr dirty="0"/>
              <a:t>- Adjust bids dynamically using weather signals.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total_impressions: 158777</a:t>
            </a:r>
          </a:p>
          <a:p>
            <a:r>
              <a:t>total_clicks: 212</a:t>
            </a:r>
          </a:p>
          <a:p>
            <a:r>
              <a:t>ctr: 0.001335205980715091</a:t>
            </a:r>
          </a:p>
          <a:p>
            <a:r>
              <a:t>avg_temperature: 23.045277777777777</a:t>
            </a:r>
          </a:p>
          <a:p>
            <a:r>
              <a:t>avg_visitors: 84.99027777777778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daily_impres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148" y="2389238"/>
            <a:ext cx="54864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daily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782529"/>
            <a:ext cx="54864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Visualization</a:t>
            </a:r>
          </a:p>
        </p:txBody>
      </p:sp>
      <p:pic>
        <p:nvPicPr>
          <p:cNvPr id="3" name="Picture 2" descr="temp_vs_traf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2064774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</Words>
  <Application>Microsoft Office PowerPoint</Application>
  <PresentationFormat>On-screen Show (4:3)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Insights Report</vt:lpstr>
      <vt:lpstr>AI Summary</vt:lpstr>
      <vt:lpstr>Metrics</vt:lpstr>
      <vt:lpstr>Visualization</vt:lpstr>
      <vt:lpstr>Visualization</vt:lpstr>
      <vt:lpstr>Visualization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Insights Report</dc:title>
  <dc:subject/>
  <dc:creator/>
  <cp:keywords/>
  <dc:description>generated using python-pptx</dc:description>
  <cp:lastModifiedBy>Microsoft account</cp:lastModifiedBy>
  <cp:revision>2</cp:revision>
  <dcterms:created xsi:type="dcterms:W3CDTF">2013-01-27T09:14:16Z</dcterms:created>
  <dcterms:modified xsi:type="dcterms:W3CDTF">2025-12-03T05:51:58Z</dcterms:modified>
  <cp:category/>
</cp:coreProperties>
</file>