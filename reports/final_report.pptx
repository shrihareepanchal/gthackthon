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-9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InsightFusion – Automated Multi-Source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400"/>
            </a:pPr>
            <a:r>
              <a:rPr dirty="0" smtClean="0"/>
              <a:t>Summary</a:t>
            </a:r>
            <a:r>
              <a:rPr dirty="0"/>
              <a:t>:</a:t>
            </a:r>
          </a:p>
          <a:p>
            <a:pPr marL="0" indent="0">
              <a:buNone/>
              <a:defRPr sz="1400"/>
            </a:pPr>
            <a:r>
              <a:rPr dirty="0"/>
              <a:t>- Total Impressions: 158777</a:t>
            </a:r>
          </a:p>
          <a:p>
            <a:pPr marL="0" indent="0">
              <a:buNone/>
              <a:defRPr sz="1400"/>
            </a:pPr>
            <a:r>
              <a:rPr dirty="0"/>
              <a:t>- CTR: 0.001335205980715091</a:t>
            </a:r>
          </a:p>
          <a:p>
            <a:pPr marL="0" indent="0">
              <a:buNone/>
              <a:defRPr sz="1400"/>
            </a:pPr>
            <a:r>
              <a:rPr dirty="0"/>
              <a:t>- Temperature shows correlation with foot-traffic.</a:t>
            </a:r>
          </a:p>
          <a:p>
            <a:pPr marL="0" indent="0">
              <a:buNone/>
              <a:defRPr sz="1400"/>
            </a:pPr>
            <a:r>
              <a:rPr dirty="0"/>
              <a:t>- Several anomalies detected in impressions/revenue.</a:t>
            </a:r>
          </a:p>
          <a:p>
            <a:pPr marL="0" indent="0">
              <a:buNone/>
              <a:defRPr sz="1400"/>
            </a:pPr>
            <a:r>
              <a:rPr dirty="0"/>
              <a:t>- Optimize timing and creatives based on visitor behavior.</a:t>
            </a:r>
          </a:p>
          <a:p>
            <a:pPr marL="0" indent="0">
              <a:buNone/>
              <a:defRPr sz="14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total_impressions: 158777</a:t>
            </a:r>
          </a:p>
          <a:p>
            <a:pPr>
              <a:defRPr sz="1400"/>
            </a:pPr>
            <a:r>
              <a:t>total_clicks: 212</a:t>
            </a:r>
          </a:p>
          <a:p>
            <a:pPr>
              <a:defRPr sz="1400"/>
            </a:pPr>
            <a:r>
              <a:t>ctr: 0.001335205980715091</a:t>
            </a:r>
          </a:p>
          <a:p>
            <a:pPr>
              <a:defRPr sz="1400"/>
            </a:pPr>
            <a:r>
              <a:t>avg_temperature: 23.045277777777777</a:t>
            </a:r>
          </a:p>
          <a:p>
            <a:pPr>
              <a:defRPr sz="1400"/>
            </a:pPr>
            <a:r>
              <a:t>avg_visitors: 84.99027777777778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3" name="Picture 2" descr="daily_impre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53264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3" name="Picture 2" descr="dai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33600"/>
            <a:ext cx="5486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pic>
        <p:nvPicPr>
          <p:cNvPr id="3" name="Picture 2" descr="temp_vs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1641987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Detected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154561"/>
          </a:xfrm>
        </p:spPr>
        <p:txBody>
          <a:bodyPr>
            <a:noAutofit/>
          </a:bodyPr>
          <a:lstStyle/>
          <a:p>
            <a:endParaRPr sz="1200" dirty="0"/>
          </a:p>
          <a:p>
            <a:pPr>
              <a:defRPr sz="1400"/>
            </a:pPr>
            <a:r>
              <a:rPr sz="1200" dirty="0"/>
              <a:t>Impression anomaly detected on 2025-09-01 01:00:00: value=188.</a:t>
            </a:r>
          </a:p>
          <a:p>
            <a:pPr>
              <a:defRPr sz="1400"/>
            </a:pPr>
            <a:r>
              <a:rPr sz="1200" dirty="0"/>
              <a:t>Impression anomaly detected on 2025-09-02 22:00:00: value=261.</a:t>
            </a:r>
          </a:p>
          <a:p>
            <a:pPr>
              <a:defRPr sz="1400"/>
            </a:pPr>
            <a:r>
              <a:rPr sz="1200" dirty="0"/>
              <a:t>Impression anomaly detected on 2025-09-02 23:00:00: value=191.</a:t>
            </a:r>
          </a:p>
          <a:p>
            <a:pPr>
              <a:defRPr sz="1400"/>
            </a:pPr>
            <a:r>
              <a:rPr sz="1200" dirty="0"/>
              <a:t>Impression anomaly detected on 2025-09-03 02:00:00: value=191.</a:t>
            </a:r>
          </a:p>
          <a:p>
            <a:pPr>
              <a:defRPr sz="1400"/>
            </a:pPr>
            <a:r>
              <a:rPr sz="1200" dirty="0"/>
              <a:t>Impression anomaly detected on 2025-09-03 08:00:00: value=192.</a:t>
            </a:r>
          </a:p>
          <a:p>
            <a:pPr>
              <a:defRPr sz="1400"/>
            </a:pPr>
            <a:r>
              <a:rPr sz="1200" dirty="0"/>
              <a:t>Impression anomaly detected on 2025-09-03 09:00:00: value=189.</a:t>
            </a:r>
          </a:p>
          <a:p>
            <a:pPr>
              <a:defRPr sz="1400"/>
            </a:pPr>
            <a:r>
              <a:rPr sz="1200" dirty="0"/>
              <a:t>Impression anomaly detected on 2025-09-05 11:00:00: value=252.</a:t>
            </a:r>
          </a:p>
          <a:p>
            <a:pPr>
              <a:defRPr sz="1400"/>
            </a:pPr>
            <a:r>
              <a:rPr sz="1200" dirty="0"/>
              <a:t>Impression anomaly detected on 2025-09-06 04:00:00: value=189.</a:t>
            </a:r>
          </a:p>
          <a:p>
            <a:pPr>
              <a:defRPr sz="1400"/>
            </a:pPr>
            <a:r>
              <a:rPr sz="1200" dirty="0"/>
              <a:t>Impression anomaly detected on 2025-09-07 14:00:00: value=254.</a:t>
            </a:r>
          </a:p>
          <a:p>
            <a:pPr>
              <a:defRPr sz="1400"/>
            </a:pPr>
            <a:r>
              <a:rPr sz="1200" dirty="0"/>
              <a:t>Impression anomaly detected on 2025-09-07 15:00:00: value=257.</a:t>
            </a:r>
          </a:p>
          <a:p>
            <a:pPr>
              <a:defRPr sz="1400"/>
            </a:pPr>
            <a:r>
              <a:rPr sz="1200" dirty="0"/>
              <a:t>Impression anomaly detected on 2025-09-07 21:00:00: value=192.</a:t>
            </a:r>
          </a:p>
          <a:p>
            <a:pPr>
              <a:defRPr sz="1400"/>
            </a:pPr>
            <a:r>
              <a:rPr sz="1200" dirty="0"/>
              <a:t>Impression anomaly detected on 2025-09-08 13:00:00: value=192.</a:t>
            </a:r>
          </a:p>
          <a:p>
            <a:pPr>
              <a:defRPr sz="1400"/>
            </a:pPr>
            <a:r>
              <a:rPr sz="1200" dirty="0"/>
              <a:t>Impression anomaly detected on 2025-09-08 22:00:00: value=186.</a:t>
            </a:r>
          </a:p>
          <a:p>
            <a:pPr>
              <a:defRPr sz="1400"/>
            </a:pPr>
            <a:r>
              <a:rPr sz="1200" dirty="0"/>
              <a:t>Impression anomaly detected on 2025-09-10 01:00:00: value=191.</a:t>
            </a:r>
          </a:p>
          <a:p>
            <a:pPr>
              <a:defRPr sz="1400"/>
            </a:pPr>
            <a:r>
              <a:rPr sz="1200" dirty="0"/>
              <a:t>Impression anomaly detected on 2025-09-11 12:00:00: value=258.</a:t>
            </a:r>
          </a:p>
          <a:p>
            <a:pPr>
              <a:defRPr sz="1400"/>
            </a:pPr>
            <a:r>
              <a:rPr sz="1200" dirty="0"/>
              <a:t>Impression anomaly detected on 2025-09-11 15:00:00: value=190.</a:t>
            </a:r>
          </a:p>
          <a:p>
            <a:pPr>
              <a:defRPr sz="1400"/>
            </a:pPr>
            <a:r>
              <a:rPr sz="1200" dirty="0"/>
              <a:t>Impression anomaly detected on 2025-09-12 06:00:00: value=191.</a:t>
            </a:r>
          </a:p>
          <a:p>
            <a:pPr>
              <a:defRPr sz="1400"/>
            </a:pPr>
            <a:r>
              <a:rPr sz="1200" dirty="0"/>
              <a:t>Impression anomaly detected on 2025-09-13 09:00:00: value=257.</a:t>
            </a:r>
          </a:p>
          <a:p>
            <a:pPr>
              <a:defRPr sz="1400"/>
            </a:pPr>
            <a:r>
              <a:rPr sz="1200" dirty="0"/>
              <a:t>Impression anomaly detected on 2025-09-13 14:00:00: value=190.</a:t>
            </a:r>
          </a:p>
          <a:p>
            <a:pPr>
              <a:defRPr sz="1400"/>
            </a:pPr>
            <a:r>
              <a:rPr sz="1200" dirty="0"/>
              <a:t>Impression anomaly detected on 2025-09-14 12:00:00: value=252.</a:t>
            </a:r>
          </a:p>
          <a:p>
            <a:pPr>
              <a:defRPr sz="1400"/>
            </a:pPr>
            <a:r>
              <a:rPr sz="1200" dirty="0"/>
              <a:t>Impression anomaly detected on 2025-09-15 23:00:00: value=181.</a:t>
            </a:r>
          </a:p>
          <a:p>
            <a:pPr>
              <a:defRPr sz="1400"/>
            </a:pPr>
            <a:r>
              <a:rPr sz="1200" dirty="0"/>
              <a:t>Impression anomaly detected on 2025-09-16 05:00:00: value=254.</a:t>
            </a:r>
          </a:p>
          <a:p>
            <a:pPr>
              <a:defRPr sz="1400"/>
            </a:pPr>
            <a:r>
              <a:rPr sz="1200" dirty="0"/>
              <a:t>Impression anomaly detected on 2025-09-17 07:00:00: value=268.</a:t>
            </a:r>
          </a:p>
          <a:p>
            <a:pPr>
              <a:defRPr sz="1400"/>
            </a:pPr>
            <a:r>
              <a:rPr sz="1200" dirty="0"/>
              <a:t>Impression anomaly detected on 2025-09-17 20:00:00: value=264.</a:t>
            </a:r>
          </a:p>
          <a:p>
            <a:pPr>
              <a:defRPr sz="1400"/>
            </a:pPr>
            <a:r>
              <a:rPr sz="1200" dirty="0"/>
              <a:t>Impression anomaly detected on 2025-09-20 03:00:00: value=262.</a:t>
            </a:r>
          </a:p>
          <a:p>
            <a:pPr>
              <a:defRPr sz="1400"/>
            </a:pPr>
            <a:r>
              <a:rPr sz="1200" dirty="0"/>
              <a:t>Impression anomaly detected on 2025-09-20 19:00:00: value=254.</a:t>
            </a:r>
          </a:p>
          <a:p>
            <a:pPr>
              <a:defRPr sz="1400"/>
            </a:pPr>
            <a:r>
              <a:rPr sz="1200" dirty="0"/>
              <a:t>Impression anomaly detected on 2025-09-21 19:00:00: value=180.</a:t>
            </a:r>
          </a:p>
          <a:p>
            <a:pPr>
              <a:defRPr sz="1400"/>
            </a:pPr>
            <a:r>
              <a:rPr sz="1200" dirty="0"/>
              <a:t>Impression anomaly detected on 2025-09-23 12:00:00: value=192.</a:t>
            </a:r>
          </a:p>
          <a:p>
            <a:pPr>
              <a:defRPr sz="1400"/>
            </a:pPr>
            <a:r>
              <a:rPr sz="1200" dirty="0"/>
              <a:t>Impression anomaly detected on 2025-09-23 22:00:00: value=188.</a:t>
            </a:r>
          </a:p>
          <a:p>
            <a:pPr>
              <a:defRPr sz="1400"/>
            </a:pPr>
            <a:r>
              <a:rPr sz="1200" dirty="0"/>
              <a:t>Impression anomaly detected on 2025-09-25 03:00:00: value=191.</a:t>
            </a:r>
          </a:p>
          <a:p>
            <a:pPr>
              <a:defRPr sz="1400"/>
            </a:pPr>
            <a:r>
              <a:rPr sz="1200" dirty="0"/>
              <a:t>Impression anomaly detected on 2025-09-25 08:00:00: value=255.</a:t>
            </a:r>
          </a:p>
          <a:p>
            <a:pPr>
              <a:defRPr sz="1400"/>
            </a:pPr>
            <a:r>
              <a:rPr sz="1200" dirty="0"/>
              <a:t>Impression anomaly detected on 2025-09-25 11:00:00: value=270.</a:t>
            </a:r>
          </a:p>
          <a:p>
            <a:pPr>
              <a:defRPr sz="1400"/>
            </a:pPr>
            <a:r>
              <a:rPr sz="1200" dirty="0"/>
              <a:t>Impression anomaly detected on 2025-09-26 04:00:00: value=252.</a:t>
            </a:r>
          </a:p>
          <a:p>
            <a:pPr>
              <a:defRPr sz="1400"/>
            </a:pPr>
            <a:r>
              <a:rPr sz="1200" dirty="0"/>
              <a:t>Revenue anomaly detected on 2025-09-01 18:00:00: value=13.07.</a:t>
            </a:r>
          </a:p>
          <a:p>
            <a:pPr>
              <a:defRPr sz="1400"/>
            </a:pPr>
            <a:r>
              <a:rPr sz="1200" dirty="0"/>
              <a:t>Revenue anomaly detected on 2025-09-03 19:00:00: value=15.64.</a:t>
            </a:r>
          </a:p>
          <a:p>
            <a:pPr>
              <a:defRPr sz="1400"/>
            </a:pPr>
            <a:r>
              <a:rPr sz="1200" dirty="0"/>
              <a:t>Revenue anomaly detected on 2025-09-05 12:00:00: value=11.05.</a:t>
            </a:r>
          </a:p>
          <a:p>
            <a:pPr>
              <a:defRPr sz="1400"/>
            </a:pPr>
            <a:r>
              <a:rPr sz="1200" dirty="0"/>
              <a:t>Revenue anomaly detected on 2025-09-06 02:00:00: value=16.41.</a:t>
            </a:r>
          </a:p>
          <a:p>
            <a:pPr>
              <a:defRPr sz="1400"/>
            </a:pPr>
            <a:r>
              <a:rPr sz="1200" dirty="0"/>
              <a:t>Revenue anomaly detected on 2025-09-06 14:00:00: value=17.29.</a:t>
            </a:r>
          </a:p>
          <a:p>
            <a:pPr>
              <a:defRPr sz="1400"/>
            </a:pPr>
            <a:r>
              <a:rPr sz="1200" dirty="0"/>
              <a:t>Revenue anomaly detected on 2025-09-07 03:00:00: value=10.95.</a:t>
            </a:r>
          </a:p>
          <a:p>
            <a:pPr>
              <a:defRPr sz="1400"/>
            </a:pPr>
            <a:r>
              <a:rPr sz="1200" dirty="0"/>
              <a:t>Revenue anomaly detected on 2025-09-07 19:00:00: value=12.17.</a:t>
            </a:r>
          </a:p>
          <a:p>
            <a:pPr>
              <a:defRPr sz="1400"/>
            </a:pPr>
            <a:r>
              <a:rPr sz="1200" dirty="0"/>
              <a:t>Revenue anomaly detected on 2025-09-07 20:00:00: value=11.81.</a:t>
            </a:r>
          </a:p>
          <a:p>
            <a:pPr>
              <a:defRPr sz="1400"/>
            </a:pPr>
            <a:r>
              <a:rPr sz="1200" dirty="0"/>
              <a:t>Revenue anomaly detected on 2025-09-09 14:00:00: value=11.41.</a:t>
            </a:r>
          </a:p>
          <a:p>
            <a:pPr>
              <a:defRPr sz="1400"/>
            </a:pPr>
            <a:r>
              <a:rPr sz="1200" dirty="0"/>
              <a:t>Revenue anomaly detected on 2025-09-10 12:00:00: value=12.78.</a:t>
            </a:r>
          </a:p>
          <a:p>
            <a:pPr>
              <a:defRPr sz="1400"/>
            </a:pPr>
            <a:r>
              <a:rPr sz="1200" dirty="0"/>
              <a:t>Revenue anomaly detected on 2025-09-11 12:00:00: value=13.24.</a:t>
            </a:r>
          </a:p>
          <a:p>
            <a:pPr>
              <a:defRPr sz="1400"/>
            </a:pPr>
            <a:r>
              <a:rPr sz="1200" dirty="0"/>
              <a:t>Revenue anomaly detected on 2025-09-12 02:00:00: value=12.75.</a:t>
            </a:r>
          </a:p>
          <a:p>
            <a:pPr>
              <a:defRPr sz="1400"/>
            </a:pPr>
            <a:r>
              <a:rPr sz="1200" dirty="0"/>
              <a:t>Revenue anomaly detected on 2025-09-13 12:00:00: value=14.04.</a:t>
            </a:r>
          </a:p>
          <a:p>
            <a:pPr>
              <a:defRPr sz="1400"/>
            </a:pPr>
            <a:r>
              <a:rPr sz="1200" dirty="0"/>
              <a:t>Revenue anomaly detected on 2025-09-14 17:00:00: value=11.6.</a:t>
            </a:r>
          </a:p>
          <a:p>
            <a:pPr>
              <a:defRPr sz="1400"/>
            </a:pPr>
            <a:r>
              <a:rPr sz="1200" dirty="0"/>
              <a:t>Revenue anomaly detected on 2025-09-17 23:00:00: value=13.8.</a:t>
            </a:r>
          </a:p>
          <a:p>
            <a:pPr>
              <a:defRPr sz="1400"/>
            </a:pPr>
            <a:r>
              <a:rPr sz="1200" dirty="0"/>
              <a:t>Revenue anomaly detected on 2025-09-18 20:00:00: value=14.34.</a:t>
            </a:r>
          </a:p>
          <a:p>
            <a:pPr>
              <a:defRPr sz="1400"/>
            </a:pPr>
            <a:r>
              <a:rPr sz="1200" dirty="0"/>
              <a:t>Revenue anomaly detected on 2025-09-18 22:00:00: value=11.08.</a:t>
            </a:r>
          </a:p>
          <a:p>
            <a:pPr>
              <a:defRPr sz="1400"/>
            </a:pPr>
            <a:r>
              <a:rPr sz="1200" dirty="0"/>
              <a:t>Revenue anomaly detected on 2025-09-18 23:00:00: value=12.07.</a:t>
            </a:r>
          </a:p>
          <a:p>
            <a:pPr>
              <a:defRPr sz="1400"/>
            </a:pPr>
            <a:r>
              <a:rPr sz="1200" dirty="0"/>
              <a:t>Revenue anomaly detected on 2025-09-19 08:00:00: value=13.74.</a:t>
            </a:r>
          </a:p>
          <a:p>
            <a:pPr>
              <a:defRPr sz="1400"/>
            </a:pPr>
            <a:r>
              <a:rPr sz="1200" dirty="0"/>
              <a:t>Revenue anomaly detected on 2025-09-19 16:00:00: value=11.09.</a:t>
            </a:r>
          </a:p>
          <a:p>
            <a:pPr>
              <a:defRPr sz="1400"/>
            </a:pPr>
            <a:r>
              <a:rPr sz="1200" dirty="0"/>
              <a:t>Revenue anomaly detected on 2025-09-20 00:00:00: value=11.04.</a:t>
            </a:r>
          </a:p>
          <a:p>
            <a:pPr>
              <a:defRPr sz="1400"/>
            </a:pPr>
            <a:r>
              <a:rPr sz="1200" dirty="0"/>
              <a:t>Revenue anomaly detected on 2025-09-20 11:00:00: value=11.16.</a:t>
            </a:r>
          </a:p>
          <a:p>
            <a:pPr>
              <a:defRPr sz="1400"/>
            </a:pPr>
            <a:r>
              <a:rPr sz="1200" dirty="0"/>
              <a:t>Revenue anomaly detected on 2025-09-20 14:00:00: value=14.03.</a:t>
            </a:r>
          </a:p>
          <a:p>
            <a:pPr>
              <a:defRPr sz="1400"/>
            </a:pPr>
            <a:r>
              <a:rPr sz="1200" dirty="0"/>
              <a:t>Revenue anomaly detected on 2025-09-20 19:00:00: value=12.79.</a:t>
            </a:r>
          </a:p>
          <a:p>
            <a:pPr>
              <a:defRPr sz="1400"/>
            </a:pPr>
            <a:r>
              <a:rPr sz="1200" dirty="0"/>
              <a:t>Revenue anomaly detected on 2025-09-21 03:00:00: value=19.75.</a:t>
            </a:r>
          </a:p>
          <a:p>
            <a:pPr>
              <a:defRPr sz="1400"/>
            </a:pPr>
            <a:r>
              <a:rPr sz="1200" dirty="0"/>
              <a:t>Revenue anomaly detected on 2025-09-21 21:00:00: value=11.42.</a:t>
            </a:r>
          </a:p>
          <a:p>
            <a:pPr>
              <a:defRPr sz="1400"/>
            </a:pPr>
            <a:r>
              <a:rPr sz="1200" dirty="0"/>
              <a:t>Revenue anomaly detected on 2025-09-24 02:00:00: value=12.32.</a:t>
            </a:r>
          </a:p>
          <a:p>
            <a:pPr>
              <a:defRPr sz="1400"/>
            </a:pPr>
            <a:r>
              <a:rPr sz="1200" dirty="0"/>
              <a:t>Revenue anomaly detected on 2025-09-26 15:00:00: value=20.7.</a:t>
            </a:r>
          </a:p>
          <a:p>
            <a:pPr>
              <a:defRPr sz="1400"/>
            </a:pPr>
            <a:r>
              <a:rPr sz="1200" dirty="0"/>
              <a:t>Revenue anomaly detected on 2025-09-26 18:00:00: value=13.13.</a:t>
            </a:r>
          </a:p>
          <a:p>
            <a:pPr>
              <a:defRPr sz="1400"/>
            </a:pPr>
            <a:r>
              <a:rPr sz="1200" dirty="0"/>
              <a:t>Revenue anomaly detected on 2025-09-26 21:00:00: value=11.47.</a:t>
            </a:r>
          </a:p>
          <a:p>
            <a:pPr>
              <a:defRPr sz="1400"/>
            </a:pPr>
            <a:r>
              <a:rPr sz="1200" dirty="0"/>
              <a:t>Revenue anomaly detected on 2025-09-29 12:00:00: value=12.09.</a:t>
            </a:r>
          </a:p>
          <a:p>
            <a:pPr>
              <a:defRPr sz="1400"/>
            </a:pPr>
            <a:r>
              <a:rPr sz="1200" dirty="0"/>
              <a:t>Revenue anomaly detected on 2025-09-30 22:00:00: value=16.84.</a:t>
            </a:r>
          </a:p>
          <a:p>
            <a:pPr>
              <a:defRPr sz="1400"/>
            </a:pPr>
            <a:r>
              <a:rPr sz="1200" dirty="0"/>
              <a:t>Foot-traffic anomaly detected on 2025-09-01 14:00:00: value=111.</a:t>
            </a:r>
          </a:p>
          <a:p>
            <a:pPr>
              <a:defRPr sz="1400"/>
            </a:pPr>
            <a:r>
              <a:rPr sz="1200" dirty="0"/>
              <a:t>Foot-traffic anomaly detected on 2025-09-02 06:00:00: value=105.</a:t>
            </a:r>
          </a:p>
          <a:p>
            <a:pPr>
              <a:defRPr sz="1400"/>
            </a:pPr>
            <a:r>
              <a:rPr sz="1200" dirty="0"/>
              <a:t>Foot-traffic anomaly detected on 2025-09-02 11:00:00: value=62.</a:t>
            </a:r>
          </a:p>
          <a:p>
            <a:pPr>
              <a:defRPr sz="1400"/>
            </a:pPr>
            <a:r>
              <a:rPr sz="1200" dirty="0"/>
              <a:t>Foot-traffic anomaly detected on 2025-09-04 08:00:00: value=65.</a:t>
            </a:r>
          </a:p>
          <a:p>
            <a:pPr>
              <a:defRPr sz="1400"/>
            </a:pPr>
            <a:r>
              <a:rPr sz="1200" dirty="0"/>
              <a:t>Foot-traffic anomaly detected on 2025-09-04 13:00:00: value=63.</a:t>
            </a:r>
          </a:p>
          <a:p>
            <a:pPr>
              <a:defRPr sz="1400"/>
            </a:pPr>
            <a:r>
              <a:rPr sz="1200" dirty="0"/>
              <a:t>Foot-traffic anomaly detected on 2025-09-04 14:00:00: value=64.</a:t>
            </a:r>
          </a:p>
          <a:p>
            <a:pPr>
              <a:defRPr sz="1400"/>
            </a:pPr>
            <a:r>
              <a:rPr sz="1200" dirty="0"/>
              <a:t>Foot-traffic anomaly detected on 2025-09-05 08:00:00: value=62.</a:t>
            </a:r>
          </a:p>
          <a:p>
            <a:pPr>
              <a:defRPr sz="1400"/>
            </a:pPr>
            <a:r>
              <a:rPr sz="1200" dirty="0"/>
              <a:t>Foot-traffic anomaly detected on 2025-09-05 23:00:00: value=111.</a:t>
            </a:r>
          </a:p>
          <a:p>
            <a:pPr>
              <a:defRPr sz="1400"/>
            </a:pPr>
            <a:r>
              <a:rPr sz="1200" dirty="0"/>
              <a:t>Foot-traffic anomaly detected on 2025-09-07 04:00:00: value=107.</a:t>
            </a:r>
          </a:p>
          <a:p>
            <a:pPr>
              <a:defRPr sz="1400"/>
            </a:pPr>
            <a:r>
              <a:rPr sz="1200" dirty="0"/>
              <a:t>Foot-traffic anomaly detected on 2025-09-07 10:00:00: value=65.</a:t>
            </a:r>
          </a:p>
          <a:p>
            <a:pPr>
              <a:defRPr sz="1400"/>
            </a:pPr>
            <a:r>
              <a:rPr sz="1200" dirty="0"/>
              <a:t>Foot-traffic anomaly detected on 2025-09-08 02:00:00: value=105.</a:t>
            </a:r>
          </a:p>
          <a:p>
            <a:pPr>
              <a:defRPr sz="1400"/>
            </a:pPr>
            <a:r>
              <a:rPr sz="1200" dirty="0"/>
              <a:t>Foot-traffic anomaly detected on 2025-09-09 11:00:00: value=106.</a:t>
            </a:r>
          </a:p>
          <a:p>
            <a:pPr>
              <a:defRPr sz="1400"/>
            </a:pPr>
            <a:r>
              <a:rPr sz="1200" dirty="0"/>
              <a:t>Foot-traffic anomaly detected on 2025-09-10 12:00:00: value=65.</a:t>
            </a:r>
          </a:p>
          <a:p>
            <a:pPr>
              <a:defRPr sz="1400"/>
            </a:pPr>
            <a:r>
              <a:rPr sz="1200" dirty="0"/>
              <a:t>Foot-traffic anomaly detected on 2025-09-10 21:00:00: value=109.</a:t>
            </a:r>
          </a:p>
          <a:p>
            <a:pPr>
              <a:defRPr sz="1400"/>
            </a:pPr>
            <a:r>
              <a:rPr sz="1200" dirty="0"/>
              <a:t>Foot-traffic anomaly detected on 2025-09-12 05:00:00: value=65.</a:t>
            </a:r>
          </a:p>
          <a:p>
            <a:pPr>
              <a:defRPr sz="1400"/>
            </a:pPr>
            <a:r>
              <a:rPr sz="1200" dirty="0"/>
              <a:t>Foot-traffic anomaly detected on 2025-09-12 16:00:00: value=59.</a:t>
            </a:r>
          </a:p>
          <a:p>
            <a:pPr>
              <a:defRPr sz="1400"/>
            </a:pPr>
            <a:r>
              <a:rPr sz="1200" dirty="0"/>
              <a:t>Foot-traffic anomaly detected on 2025-09-12 21:00:00: value=106.</a:t>
            </a:r>
          </a:p>
          <a:p>
            <a:pPr>
              <a:defRPr sz="1400"/>
            </a:pPr>
            <a:r>
              <a:rPr sz="1200" dirty="0"/>
              <a:t>Foot-traffic anomaly detected on 2025-09-13 22:00:00: value=112.</a:t>
            </a:r>
          </a:p>
          <a:p>
            <a:pPr>
              <a:defRPr sz="1400"/>
            </a:pPr>
            <a:r>
              <a:rPr sz="1200" dirty="0"/>
              <a:t>Foot-traffic anomaly detected on 2025-09-14 04:00:00: value=109.</a:t>
            </a:r>
          </a:p>
          <a:p>
            <a:pPr>
              <a:defRPr sz="1400"/>
            </a:pPr>
            <a:r>
              <a:rPr sz="1200" dirty="0"/>
              <a:t>Foot-traffic anomaly detected on 2025-09-17 03:00:00: value=111.</a:t>
            </a:r>
          </a:p>
          <a:p>
            <a:pPr>
              <a:defRPr sz="1400"/>
            </a:pPr>
            <a:r>
              <a:rPr sz="1200" dirty="0"/>
              <a:t>Foot-traffic anomaly detected on 2025-09-17 06:00:00: value=106.</a:t>
            </a:r>
          </a:p>
          <a:p>
            <a:pPr>
              <a:defRPr sz="1400"/>
            </a:pPr>
            <a:r>
              <a:rPr sz="1200" dirty="0"/>
              <a:t>Foot-traffic anomaly detected on 2025-09-17 13:00:00: value=106.</a:t>
            </a:r>
          </a:p>
          <a:p>
            <a:pPr>
              <a:defRPr sz="1400"/>
            </a:pPr>
            <a:r>
              <a:rPr sz="1200" dirty="0"/>
              <a:t>Foot-traffic anomaly detected on 2025-09-19 06:00:00: value=65.</a:t>
            </a:r>
          </a:p>
          <a:p>
            <a:pPr>
              <a:defRPr sz="1400"/>
            </a:pPr>
            <a:r>
              <a:rPr sz="1200" dirty="0"/>
              <a:t>Foot-traffic anomaly detected on 2025-09-19 11:00:00: value=106.</a:t>
            </a:r>
          </a:p>
          <a:p>
            <a:pPr>
              <a:defRPr sz="1400"/>
            </a:pPr>
            <a:r>
              <a:rPr sz="1200" dirty="0"/>
              <a:t>Foot-traffic anomaly detected on 2025-09-25 06:00:00: value=109.</a:t>
            </a:r>
          </a:p>
          <a:p>
            <a:pPr>
              <a:defRPr sz="1400"/>
            </a:pPr>
            <a:r>
              <a:rPr sz="1200" dirty="0"/>
              <a:t>Foot-traffic anomaly detected on 2025-09-25 10:00:00: value=105.</a:t>
            </a:r>
          </a:p>
          <a:p>
            <a:pPr>
              <a:defRPr sz="1400"/>
            </a:pPr>
            <a:r>
              <a:rPr sz="1200" dirty="0"/>
              <a:t>Foot-traffic anomaly detected on 2025-09-25 17:00:00: value=63.</a:t>
            </a:r>
          </a:p>
          <a:p>
            <a:pPr>
              <a:defRPr sz="1400"/>
            </a:pPr>
            <a:r>
              <a:rPr sz="1200" dirty="0"/>
              <a:t>Foot-traffic anomaly detected on 2025-09-26 00:00:00: value=116.</a:t>
            </a:r>
          </a:p>
          <a:p>
            <a:pPr>
              <a:defRPr sz="1400"/>
            </a:pPr>
            <a:r>
              <a:rPr sz="1200" dirty="0"/>
              <a:t>Foot-traffic anomaly detected on 2025-09-27 08:00:00: value=105.</a:t>
            </a:r>
          </a:p>
          <a:p>
            <a:pPr>
              <a:defRPr sz="1400"/>
            </a:pPr>
            <a:r>
              <a:rPr sz="1200" dirty="0"/>
              <a:t>Foot-traffic anomaly detected on 2025-09-28 09:00:00: value=65.</a:t>
            </a:r>
          </a:p>
          <a:p>
            <a:pPr>
              <a:defRPr sz="1400"/>
            </a:pPr>
            <a:r>
              <a:rPr sz="1200" dirty="0"/>
              <a:t>Foot-traffic anomaly detected on 2025-09-28 23:00:00: value=65.</a:t>
            </a:r>
          </a:p>
          <a:p>
            <a:pPr>
              <a:defRPr sz="1400"/>
            </a:pPr>
            <a:r>
              <a:rPr sz="1200" dirty="0"/>
              <a:t>Foot-traffic anomaly detected on 2025-09-29 05:00:00: value=109.</a:t>
            </a:r>
          </a:p>
          <a:p>
            <a:pPr>
              <a:defRPr sz="1400"/>
            </a:pPr>
            <a:r>
              <a:rPr sz="1200" dirty="0"/>
              <a:t>Foot-traffic anomaly detected on 2025-09-30 22:00:00: value=108.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1400" dirty="0"/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Conversion efficiency increased: revenue rising faster than impressions.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Foot traffic decrease associated with rising temperature.</a:t>
            </a:r>
          </a:p>
          <a:p>
            <a:pPr>
              <a:defRPr sz="1400"/>
            </a:pPr>
            <a:r>
              <a:rPr sz="1400" dirty="0"/>
              <a:t>Creative fatigue detected due to CTR drop while impressions remain stable.</a:t>
            </a:r>
          </a:p>
          <a:p>
            <a:pPr>
              <a:defRPr sz="1400"/>
            </a:pPr>
            <a:r>
              <a:rPr sz="1400" dirty="0"/>
              <a:t>Offline Summary:</a:t>
            </a:r>
          </a:p>
          <a:p>
            <a:pPr>
              <a:defRPr sz="1400"/>
            </a:pPr>
            <a:r>
              <a:rPr sz="1400" dirty="0"/>
              <a:t>- Total Impressions: 158777</a:t>
            </a:r>
          </a:p>
          <a:p>
            <a:pPr>
              <a:defRPr sz="1400"/>
            </a:pPr>
            <a:r>
              <a:rPr sz="1400" dirty="0"/>
              <a:t>- CTR: 0.001335205980715091</a:t>
            </a:r>
          </a:p>
          <a:p>
            <a:pPr>
              <a:defRPr sz="1400"/>
            </a:pPr>
            <a:r>
              <a:rPr sz="1400" dirty="0"/>
              <a:t>- Temperature shows correlation with foot-traffic.</a:t>
            </a:r>
          </a:p>
          <a:p>
            <a:pPr>
              <a:defRPr sz="1400"/>
            </a:pPr>
            <a:r>
              <a:rPr sz="1400" dirty="0"/>
              <a:t>- Several anomalies detected in impressions/revenue.</a:t>
            </a:r>
          </a:p>
          <a:p>
            <a:pPr>
              <a:defRPr sz="1400"/>
            </a:pPr>
            <a:r>
              <a:rPr sz="1400" dirty="0"/>
              <a:t>- Optimize timing and creatives based on visitor behavior.</a:t>
            </a:r>
          </a:p>
          <a:p>
            <a:pPr>
              <a:defRPr sz="1400"/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5433</Words>
  <Application>Microsoft Office PowerPoint</Application>
  <PresentationFormat>On-screen Show (4:3)</PresentationFormat>
  <Paragraphs>595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InsightFusion – Automated Multi-Source Report</vt:lpstr>
      <vt:lpstr>AI Summary</vt:lpstr>
      <vt:lpstr>Key Metrics</vt:lpstr>
      <vt:lpstr>Visualization</vt:lpstr>
      <vt:lpstr>Visualization</vt:lpstr>
      <vt:lpstr>Visualization</vt:lpstr>
      <vt:lpstr>Detected Anomalies</vt:lpstr>
      <vt:lpstr>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InsightFusion – Automated Multi-Source Report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2025-12-03T08:28:18Z</dcterms:modified>
  <cp:category/>
</cp:coreProperties>
</file>